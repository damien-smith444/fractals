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Fractal Set Generators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Team: Your Names</a:t>
            </a:r>
          </a:p>
          <a:p>
            <a:r>
              <a:t>Course: XYZ</a:t>
            </a:r>
          </a:p>
          <a:p>
            <a:r>
              <a:t>Date: 2025</a:t>
            </a:r>
          </a:p>
          <a:p/>
          <a:p>
            <a:r>
              <a:t>(Background Mandelbrot image placeholder)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Fractals show infinite detail and self‑similarity.</a:t>
            </a:r>
          </a:p>
          <a:p>
            <a:r>
              <a:t>Goal: Render Mandelbrot, Julia, Tricorn using escape‑time algorithm in 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 (Mandelbrot)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Iteration: z_{n+1} = z_n^2 + c</a:t>
            </a:r>
          </a:p>
          <a:p>
            <a:r>
              <a:t>Start: z_0 = 0</a:t>
            </a:r>
          </a:p>
          <a:p>
            <a:r>
              <a:t>In set if orbit stays bounded.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 (Julia &amp; Tricorn)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Julia: z_{n+1} = z_n^2 + c (fixed c)</a:t>
            </a:r>
          </a:p>
          <a:p>
            <a:r>
              <a:t>Tricorn: z_{n+1} = conj(z_n)^2 + c</a:t>
            </a:r>
          </a:p>
          <a:p>
            <a:r>
              <a:t>Escape test: |z| &gt;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→ Read params → Map pixel → Init z0,c → Iterate → Escape/color → Plot → Next pixel → Save image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(C)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Language: C99</a:t>
            </a:r>
          </a:p>
          <a:p>
            <a:r>
              <a:t>Libraries: stdio, complex.h</a:t>
            </a:r>
          </a:p>
          <a:p>
            <a:r>
              <a:t>Output: PPM (P3)</a:t>
            </a:r>
          </a:p>
          <a:p>
            <a:r>
              <a:t>Build: gcc -o fractal fractal.c -lm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for(i=0;i&lt;MAX;i++){</a:t>
            </a:r>
          </a:p>
          <a:p>
            <a:r>
              <a:t>    z = z*z + c;</a:t>
            </a:r>
          </a:p>
          <a:p>
            <a:r>
              <a:t>    if(creal(z)*creal(z)+cimag(z)*cimag(z) &gt; 4) break;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Mandelbrot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Default + zoom (placeholders)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Julia sets with different c values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Tricorn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set rendering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Runtime scales with MAX_ITER &amp; resolution.</a:t>
            </a:r>
          </a:p>
          <a:p>
            <a:r>
              <a:t>Optimizations: compare |z|^2&gt;4, use P6, multithreading later.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Learnings &amp;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Learned dynamic systems, escape-time rendering.</a:t>
            </a:r>
          </a:p>
          <a:p>
            <a:r>
              <a:t>Next: smooth coloring, multithreading, interactive viewer.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Wikipedia Mandelbrot</a:t>
            </a:r>
          </a:p>
          <a:p>
            <a:r>
              <a:t>LibreTexts Julia</a:t>
            </a:r>
          </a:p>
          <a:p>
            <a:r>
              <a:t>Tricorn literature and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